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objetivo no era solo que funcione, sino que esté OPERADA como un sistema de producción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API atiende al cliente; lo pesado (pedir repartidor, notificar) lo hace un worker asíncrono por una cola, para no bloquear la 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voy a matar un nodo y el sistema sigue vendiendo.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un pod sin permiso intenta conectarse a Mongo y la conexión se cae: bloqueado por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inyecto carga a la cola y verán al worker pasar de 1 a 4 pods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Hago un push y el cluster se actualiza solo; si alguien edita a mano, ArgoCD lo regresa al estado de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promuevo el canary en vivo; si el error-rate sube, el rollout se devuelve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busco un pedido por su ID en los logs de Loki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intento crear un pod que excede la cuota y el cluster lo rechaza.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Todo esto es estándar de la industria; lo monté de cero sobre bare-metal.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Pasar directo a las demos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Micrositio de Pedidos y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Proyecto final — Kubernetes / DevOps</a:t>
            </a:r>
            <a:br/>
            <a:br/>
            <a:r>
              <a:rPr/>
              <a:t>Sebastián Contreras · Grupo G-02 · Capa sobre ZUYU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problema y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Problema:</a:t>
            </a:r>
            <a:r>
              <a:rPr/>
              <a:t> un negocio quiere vender en línea y coordinar entregas sin montar infraestructura.</a:t>
            </a:r>
          </a:p>
          <a:p>
            <a:pPr lvl="0"/>
            <a:r>
              <a:rPr b="1"/>
              <a:t>Solución:</a:t>
            </a:r>
            <a:r>
              <a:rPr/>
              <a:t> app web (catálogo → carrito → pedido → repartidor → entrega) lista para </a:t>
            </a:r>
            <a:r>
              <a:rPr b="1"/>
              <a:t>producción</a:t>
            </a:r>
            <a:r>
              <a:rPr/>
              <a:t>.</a:t>
            </a:r>
          </a:p>
          <a:p>
            <a:pPr lvl="0"/>
            <a:r>
              <a:rPr/>
              <a:t>Alta disponibilidad, escalado automático, seguridad de red, CI/CD y observabilidad.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(vista de pájaro)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Cliente → Ingress (HTTPS) → API (Node/Express)
                              ├── MongoDB (Replica Set ×3)  ← pedidos
                              └── Redis (cola) → Worker → carrier delivery</a:t>
            </a:r>
          </a:p>
          <a:p>
            <a:pPr lvl="0"/>
            <a:r>
              <a:rPr/>
              <a:t>3 nodos: 1 master + 2 workers (Rocky Linux, kubeadm, CNI Calico).</a:t>
            </a:r>
          </a:p>
          <a:p>
            <a:pPr lvl="0"/>
            <a:r>
              <a:rPr/>
              <a:t>Todo en el namespace </a:t>
            </a:r>
            <a:r>
              <a:rPr>
                <a:latin typeface="Courier"/>
              </a:rPr>
              <a:t>micrositio</a:t>
            </a:r>
            <a:r>
              <a:rPr/>
              <a:t>, desplegado por </a:t>
            </a:r>
            <a:r>
              <a:rPr b="1"/>
              <a:t>GitOps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MongoDB — Replica Set (alta disponibilidad)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Qué es:</a:t>
            </a:r>
            <a:r>
              <a:rPr/>
              <a:t> 3 instancias MongoDB (StatefulSet) que replican los datos: 1 PRIMARY + 2 SECONDARY.</a:t>
            </a:r>
          </a:p>
          <a:p>
            <a:pPr lvl="0"/>
            <a:r>
              <a:rPr b="1"/>
              <a:t>Cómo funciona:</a:t>
            </a:r>
            <a:r>
              <a:rPr/>
              <a:t> si el PRIMARY cae, eligen uno nuevo solos; cada pedido + descuento de stock es una </a:t>
            </a:r>
            <a:r>
              <a:rPr b="1"/>
              <a:t>transacción atómica</a:t>
            </a:r>
            <a:r>
              <a:rPr/>
              <a:t>.</a:t>
            </a:r>
          </a:p>
          <a:p>
            <a:pPr lvl="0"/>
            <a:r>
              <a:rPr b="1"/>
              <a:t>Por qué:</a:t>
            </a:r>
            <a:r>
              <a:rPr/>
              <a:t> los pedidos son dinero — no se pueden perder ni quedar a medias.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NetworkPolicy — firewall entre 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Qué es:</a:t>
            </a:r>
            <a:r>
              <a:rPr/>
              <a:t> reglas de quién puede hablar con quién dentro del cluster.</a:t>
            </a:r>
          </a:p>
          <a:p>
            <a:pPr lvl="0"/>
            <a:r>
              <a:rPr b="1"/>
              <a:t>Cómo funciona:</a:t>
            </a:r>
            <a:r>
              <a:rPr/>
              <a:t> default-deny (bloqueo todo) + permitir solo lo necesario. Lo aplica el CNI </a:t>
            </a:r>
            <a:r>
              <a:rPr b="1"/>
              <a:t>Calico</a:t>
            </a:r>
            <a:r>
              <a:rPr/>
              <a:t>.</a:t>
            </a:r>
          </a:p>
          <a:p>
            <a:pPr lvl="0"/>
            <a:r>
              <a:rPr b="1"/>
              <a:t>Por qué:</a:t>
            </a:r>
            <a:r>
              <a:rPr/>
              <a:t> si un pod se compromete, no puede moverse hasta la base de datos.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KEDA — escalado automático por demanda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Qué es:</a:t>
            </a:r>
            <a:r>
              <a:rPr/>
              <a:t> autoscaler que mide la </a:t>
            </a:r>
            <a:r>
              <a:rPr b="1"/>
              <a:t>longitud de la cola Redis</a:t>
            </a:r>
            <a:r>
              <a:rPr/>
              <a:t> del worker.</a:t>
            </a:r>
          </a:p>
          <a:p>
            <a:pPr lvl="0"/>
            <a:r>
              <a:rPr b="1"/>
              <a:t>Cómo funciona:</a:t>
            </a:r>
            <a:r>
              <a:rPr/>
              <a:t> si se acumulan pedidos, KEDA crea más pods del worker (1→5); cuando la cola se vacía, los baja a 1.</a:t>
            </a:r>
          </a:p>
          <a:p>
            <a:pPr lvl="0"/>
            <a:r>
              <a:rPr b="1"/>
              <a:t>Por qué:</a:t>
            </a:r>
            <a:r>
              <a:rPr/>
              <a:t> aguanta picos sin desperdiciar recursos en horas muertas.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CI/CD — Tekton + ArgoCD (GitOps)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Tekton:</a:t>
            </a:r>
            <a:r>
              <a:rPr/>
              <a:t> al hacer </a:t>
            </a:r>
            <a:r>
              <a:rPr>
                <a:latin typeface="Courier"/>
              </a:rPr>
              <a:t>git push</a:t>
            </a:r>
            <a:r>
              <a:rPr/>
              <a:t>, construye la imagen (Kaniko) y la sube al registro local </a:t>
            </a:r>
            <a:r>
              <a:rPr b="1"/>
              <a:t>y a Docker Hub</a:t>
            </a:r>
            <a:r>
              <a:rPr/>
              <a:t>.</a:t>
            </a:r>
          </a:p>
          <a:p>
            <a:pPr lvl="0"/>
            <a:r>
              <a:rPr b="1"/>
              <a:t>ArgoCD:</a:t>
            </a:r>
            <a:r>
              <a:rPr/>
              <a:t> vigila Git y despliega solo; con </a:t>
            </a:r>
            <a:r>
              <a:rPr>
                <a:latin typeface="Courier"/>
              </a:rPr>
              <a:t>selfHeal</a:t>
            </a:r>
            <a:r>
              <a:rPr/>
              <a:t> revierte cambios manuales → Git es la única verdad.</a:t>
            </a:r>
          </a:p>
          <a:p>
            <a:pPr lvl="0"/>
            <a:r>
              <a:rPr b="1"/>
              <a:t>Por qué:</a:t>
            </a:r>
            <a:r>
              <a:rPr/>
              <a:t> despliegues reproducibles, auditables y sin tocar el cluster a mano.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Argo Rollouts — Canary (cero downtime)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Qué es:</a:t>
            </a:r>
            <a:r>
              <a:rPr/>
              <a:t> despliegue gradual de versiones nuevas del API.</a:t>
            </a:r>
          </a:p>
          <a:p>
            <a:pPr lvl="0"/>
            <a:r>
              <a:rPr b="1"/>
              <a:t>Cómo funciona:</a:t>
            </a:r>
            <a:r>
              <a:rPr/>
              <a:t> la versión nueva recibe </a:t>
            </a:r>
            <a:r>
              <a:rPr b="1"/>
              <a:t>10% → 50% → 100%</a:t>
            </a:r>
            <a:r>
              <a:rPr/>
              <a:t> por pasos; un AnalysisTemplate hace </a:t>
            </a:r>
            <a:r>
              <a:rPr b="1"/>
              <a:t>rollback automático</a:t>
            </a:r>
            <a:r>
              <a:rPr/>
              <a:t> si el error sube.</a:t>
            </a:r>
          </a:p>
          <a:p>
            <a:pPr lvl="0"/>
            <a:r>
              <a:rPr b="1"/>
              <a:t>Por qué:</a:t>
            </a:r>
            <a:r>
              <a:rPr/>
              <a:t> una versión rota no tumba a todos; se detecta y revierte sola.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Observabilidad — Loki + Prometheus + 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Métricas (Prometheus):</a:t>
            </a:r>
            <a:r>
              <a:rPr/>
              <a:t> latencia del API, longitud de cola, error-rate + </a:t>
            </a:r>
            <a:r>
              <a:rPr b="1"/>
              <a:t>alertas</a:t>
            </a:r>
            <a:r>
              <a:rPr/>
              <a:t> automáticas.</a:t>
            </a:r>
          </a:p>
          <a:p>
            <a:pPr lvl="0"/>
            <a:r>
              <a:rPr b="1"/>
              <a:t>Logs (Loki + Alloy):</a:t>
            </a:r>
            <a:r>
              <a:rPr/>
              <a:t> logs centralizados; busco un pedido por su </a:t>
            </a:r>
            <a:r>
              <a:rPr>
                <a:latin typeface="Courier"/>
              </a:rPr>
              <a:t>pedidoId</a:t>
            </a:r>
            <a:r>
              <a:rPr/>
              <a:t> en segundos.</a:t>
            </a:r>
          </a:p>
          <a:p>
            <a:pPr lvl="0"/>
            <a:r>
              <a:rPr b="1"/>
              <a:t>Por qué:</a:t>
            </a:r>
            <a:r>
              <a:rPr/>
              <a:t> en producción, sin medir no operas — detectas problemas antes que el cliente.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Seguridad y gobernanza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Ingress + TLS:</a:t>
            </a:r>
            <a:r>
              <a:rPr/>
              <a:t> acceso HTTPS (</a:t>
            </a:r>
            <a:r>
              <a:rPr>
                <a:latin typeface="Courier"/>
              </a:rPr>
              <a:t>zuyu.local</a:t>
            </a:r>
            <a:r>
              <a:rPr/>
              <a:t>) con certificado de cert-manager (CA propia).</a:t>
            </a:r>
          </a:p>
          <a:p>
            <a:pPr lvl="0"/>
            <a:r>
              <a:rPr b="1"/>
              <a:t>ResourceQuota:</a:t>
            </a:r>
            <a:r>
              <a:rPr/>
              <a:t> límites de CPU/memoria por namespace → ningún servicio acapara el cluster.</a:t>
            </a:r>
          </a:p>
          <a:p>
            <a:pPr lvl="0"/>
            <a:r>
              <a:rPr b="1"/>
              <a:t>Secrets:</a:t>
            </a:r>
            <a:r>
              <a:rPr/>
              <a:t> cifrados con SealedSecrets; contraseñas con </a:t>
            </a:r>
            <a:r>
              <a:rPr b="1"/>
              <a:t>Argon2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en una mirada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Herramienta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Aplicación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Node.js + Express + EJS + Alpine.js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MongoDB 7 (Replica Set) · Redis 7 + BullMQ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kubeadm + Calico (VXLAN), 3 nodos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Tekton + ArgoCD + Argo Rollouts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Escalado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KEDA + HPA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Observabilidad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Prometheus + Loki + Grafana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Seguridad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NetworkPolicy + cert-manager + SealedSecrets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Gracias — Demo en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github.com/SEBASTIANCONTRERAS35/micrositio-pedidos</a:t>
            </a:r>
          </a:p>
          <a:p>
            <a:pPr lvl="0"/>
            <a:r>
              <a:rPr/>
              <a:t>¿Preguntas? → pasamos a las 7 demos en el cluster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Micrositio de Pedidos y Delivery</dc:title>
  <dc:creator>Sebastián Contreras · Grupo G-02 · Capa sobre ZUYU</dc:creator>
  <cp:keywords/>
  <dcterms:created xsi:type="dcterms:W3CDTF">2026-06-02T19:24:33Z</dcterms:created>
  <dcterms:modified xsi:type="dcterms:W3CDTF">2026-06-02T19:24:33Z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Proyecto final — Kubernetes / DevOps</vt:lpwstr>
  </property>
</Properties>
</file>